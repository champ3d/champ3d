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4" r:id="rId4"/>
    <p:sldId id="262" r:id="rId5"/>
    <p:sldId id="257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11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54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50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21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365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64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62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71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73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3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46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749D9-5F86-4D92-A691-039580EEB6A9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B1C7E-5AF7-47EF-8C22-39F641803E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37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3.png"/><Relationship Id="rId7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15.png"/><Relationship Id="rId4" Type="http://schemas.openxmlformats.org/officeDocument/2006/relationships/image" Target="../media/image27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3.png"/><Relationship Id="rId7" Type="http://schemas.openxmlformats.org/officeDocument/2006/relationships/image" Target="../media/image37.png"/><Relationship Id="rId12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7.png"/><Relationship Id="rId5" Type="http://schemas.openxmlformats.org/officeDocument/2006/relationships/image" Target="../media/image28.png"/><Relationship Id="rId10" Type="http://schemas.openxmlformats.org/officeDocument/2006/relationships/image" Target="../media/image16.png"/><Relationship Id="rId4" Type="http://schemas.openxmlformats.org/officeDocument/2006/relationships/image" Target="../media/image27.png"/><Relationship Id="rId9" Type="http://schemas.openxmlformats.org/officeDocument/2006/relationships/image" Target="../media/image15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3.png"/><Relationship Id="rId7" Type="http://schemas.openxmlformats.org/officeDocument/2006/relationships/image" Target="../media/image37.png"/><Relationship Id="rId12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1.png"/><Relationship Id="rId5" Type="http://schemas.openxmlformats.org/officeDocument/2006/relationships/image" Target="../media/image28.png"/><Relationship Id="rId10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6.png"/><Relationship Id="rId7" Type="http://schemas.openxmlformats.org/officeDocument/2006/relationships/image" Target="../media/image30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8.png"/><Relationship Id="rId5" Type="http://schemas.openxmlformats.org/officeDocument/2006/relationships/image" Target="../media/image28.png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A545-9189-45FC-E534-024C8454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332169-0439-BEAF-C913-9545F63A650C}"/>
              </a:ext>
            </a:extLst>
          </p:cNvPr>
          <p:cNvSpPr/>
          <p:nvPr/>
        </p:nvSpPr>
        <p:spPr>
          <a:xfrm>
            <a:off x="1499765" y="2546015"/>
            <a:ext cx="2104004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017BF2-5D2D-BE4E-D5CD-5D11EB654F13}"/>
              </a:ext>
            </a:extLst>
          </p:cNvPr>
          <p:cNvSpPr/>
          <p:nvPr/>
        </p:nvSpPr>
        <p:spPr>
          <a:xfrm>
            <a:off x="1502287" y="2787395"/>
            <a:ext cx="2104005" cy="19068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84EE5-C477-57BF-C688-996A57E773B1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726ACA6-1E1D-A882-523C-94028B5FBE3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7EC5A7B0-EA7A-C205-6023-AD82315D736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F78C617-946E-E2E5-565E-183C7A73C199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F78C617-946E-E2E5-565E-183C7A73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C779D27B-5ECB-8D7D-3562-595272A54292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8FF8F4F6-E02E-0327-0E5E-2DE5E220A9DC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05E71665-B13A-FE7C-F6AA-45B9437A5CB6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05E71665-B13A-FE7C-F6AA-45B9437A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D980A2D8-3AEE-455B-9542-1FB4611AF79D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D980A2D8-3AEE-455B-9542-1FB4611AF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1AA1E3DB-ECA3-46FF-2C3D-B0F4058D522A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D680D1-D4BC-86E7-ACEC-BBCE317821C7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572CF553-7ADF-BE91-BB29-EE86885A579A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572CF553-7ADF-BE91-BB29-EE86885A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918CD011-AF12-45B1-5FAA-441096679418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918CD011-AF12-45B1-5FAA-441096679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F0F40D92-F31D-7721-C282-BFD961677523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8D9FDA04-F3ED-55B6-5503-201A21E9C247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ED85D14-D683-73C3-43ED-5206A75BE71D}"/>
              </a:ext>
            </a:extLst>
          </p:cNvPr>
          <p:cNvSpPr/>
          <p:nvPr/>
        </p:nvSpPr>
        <p:spPr>
          <a:xfrm>
            <a:off x="3614871" y="2786127"/>
            <a:ext cx="248593" cy="190683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1277803-54F2-4455-76A3-EE0403FBD360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194D1-822D-400D-3115-6416829CB1AC}"/>
              </a:ext>
            </a:extLst>
          </p:cNvPr>
          <p:cNvSpPr/>
          <p:nvPr/>
        </p:nvSpPr>
        <p:spPr>
          <a:xfrm>
            <a:off x="4517494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AB0AFA-D47B-8185-EC83-E330056EE5CD}"/>
              </a:ext>
            </a:extLst>
          </p:cNvPr>
          <p:cNvSpPr/>
          <p:nvPr/>
        </p:nvSpPr>
        <p:spPr>
          <a:xfrm>
            <a:off x="4537666" y="214108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C4E4759-5C4A-80D2-C8F7-8D6480D3B22A}"/>
                  </a:ext>
                </a:extLst>
              </p:cNvPr>
              <p:cNvSpPr txBox="1"/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C4E4759-5C4A-80D2-C8F7-8D6480D3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blipFill>
                <a:blip r:embed="rId7"/>
                <a:stretch>
                  <a:fillRect r="-3614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61D5672-9AE9-EA9D-4ED3-BE02FA4EE40A}"/>
                  </a:ext>
                </a:extLst>
              </p:cNvPr>
              <p:cNvSpPr txBox="1"/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61D5672-9AE9-EA9D-4ED3-BE02FA4EE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blipFill>
                <a:blip r:embed="rId8"/>
                <a:stretch>
                  <a:fillRect r="-3030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7AA015CC-F129-8B5B-AB68-88D98F5857DD}"/>
              </a:ext>
            </a:extLst>
          </p:cNvPr>
          <p:cNvSpPr/>
          <p:nvPr/>
        </p:nvSpPr>
        <p:spPr>
          <a:xfrm>
            <a:off x="4303118" y="3238500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AAE1C53-713D-B0D2-25DF-4A736834B051}"/>
              </a:ext>
            </a:extLst>
          </p:cNvPr>
          <p:cNvSpPr txBox="1"/>
          <p:nvPr/>
        </p:nvSpPr>
        <p:spPr>
          <a:xfrm>
            <a:off x="438150" y="523875"/>
            <a:ext cx="2603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</a:t>
            </a:r>
            <a:r>
              <a:rPr lang="fr-FR" sz="2400" baseline="30000" dirty="0"/>
              <a:t>e</a:t>
            </a:r>
            <a:r>
              <a:rPr lang="fr-FR" sz="2400" dirty="0"/>
              <a:t> proposition - AIR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A8CB64-5D09-73BB-615D-C57FE524F5EF}"/>
              </a:ext>
            </a:extLst>
          </p:cNvPr>
          <p:cNvSpPr/>
          <p:nvPr/>
        </p:nvSpPr>
        <p:spPr>
          <a:xfrm>
            <a:off x="4309746" y="1443578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CD4BFE3-C765-BA41-1D82-D674AC7D1E95}"/>
              </a:ext>
            </a:extLst>
          </p:cNvPr>
          <p:cNvSpPr txBox="1"/>
          <p:nvPr/>
        </p:nvSpPr>
        <p:spPr>
          <a:xfrm>
            <a:off x="5198228" y="2308373"/>
            <a:ext cx="1581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Soit une combinaison </a:t>
            </a:r>
            <a:r>
              <a:rPr lang="fr-FR" dirty="0">
                <a:sym typeface="Wingdings" panose="05000000000000000000" pitchFamily="2" charset="2"/>
              </a:rPr>
              <a:t> à voir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D1056A5-C7E1-3D75-8149-823C45F832A7}"/>
                  </a:ext>
                </a:extLst>
              </p:cNvPr>
              <p:cNvSpPr txBox="1"/>
              <p:nvPr/>
            </p:nvSpPr>
            <p:spPr>
              <a:xfrm>
                <a:off x="2406071" y="4692962"/>
                <a:ext cx="3818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↓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D1056A5-C7E1-3D75-8149-823C45F83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071" y="4692962"/>
                <a:ext cx="381836" cy="523220"/>
              </a:xfrm>
              <a:prstGeom prst="rect">
                <a:avLst/>
              </a:prstGeom>
              <a:blipFill>
                <a:blip r:embed="rId9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BFB7C92-DE4E-77C1-3BFD-ED5C35253817}"/>
              </a:ext>
            </a:extLst>
          </p:cNvPr>
          <p:cNvSpPr/>
          <p:nvPr/>
        </p:nvSpPr>
        <p:spPr>
          <a:xfrm>
            <a:off x="3988086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5385CE8-89B5-14DF-815E-85C23D6A830D}"/>
                  </a:ext>
                </a:extLst>
              </p:cNvPr>
              <p:cNvSpPr txBox="1"/>
              <p:nvPr/>
            </p:nvSpPr>
            <p:spPr>
              <a:xfrm>
                <a:off x="3757478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5385CE8-89B5-14DF-815E-85C23D6A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478" y="3497137"/>
                <a:ext cx="599908" cy="484428"/>
              </a:xfrm>
              <a:prstGeom prst="rect">
                <a:avLst/>
              </a:prstGeom>
              <a:blipFill>
                <a:blip r:embed="rId10"/>
                <a:stretch>
                  <a:fillRect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99E1D02-C06F-7424-9637-B2E6B924A08A}"/>
              </a:ext>
            </a:extLst>
          </p:cNvPr>
          <p:cNvSpPr/>
          <p:nvPr/>
        </p:nvSpPr>
        <p:spPr>
          <a:xfrm>
            <a:off x="3773710" y="3238500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63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19D6-5781-7061-5BAC-FFA97D71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E3ED2E-F488-6294-3227-0C04BD259F1C}"/>
              </a:ext>
            </a:extLst>
          </p:cNvPr>
          <p:cNvSpPr/>
          <p:nvPr/>
        </p:nvSpPr>
        <p:spPr>
          <a:xfrm>
            <a:off x="1502287" y="2787396"/>
            <a:ext cx="2104005" cy="8595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59A827-6AB7-35C2-67A9-045E1DDDA6E6}"/>
              </a:ext>
            </a:extLst>
          </p:cNvPr>
          <p:cNvSpPr/>
          <p:nvPr/>
        </p:nvSpPr>
        <p:spPr>
          <a:xfrm>
            <a:off x="1502286" y="3657178"/>
            <a:ext cx="2101481" cy="1918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4AD5C8-27E2-C028-84AF-99370127CC4E}"/>
              </a:ext>
            </a:extLst>
          </p:cNvPr>
          <p:cNvSpPr/>
          <p:nvPr/>
        </p:nvSpPr>
        <p:spPr>
          <a:xfrm>
            <a:off x="1499765" y="2546015"/>
            <a:ext cx="2104004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007635-F620-B139-1C91-D447D5191BBE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C6FF9B9-D31D-BCE7-88FA-F40B60D5593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7D154C8-F7B9-FA02-FFEF-CB15E45A641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DC6F807-5802-478C-84A4-E824C69CE667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F78C617-946E-E2E5-565E-183C7A73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4A5BAD04-23C7-0964-1926-6EC2AD1A79EB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891F8B5C-A64B-AB09-095A-76BC27BC1B59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9F1F4436-974D-D498-A18B-12656D4980C3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9F1F4436-974D-D498-A18B-12656D498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64EFF67E-1737-6B92-3555-791EAE0F674A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D980A2D8-3AEE-455B-9542-1FB4611AF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3BE5DE86-1275-0E29-3B0D-6B9D15402F82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38BC77-17E6-0A72-6B1D-5ED1AE45F0D9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552EC1CE-9B0B-CEBD-6504-E62291BBE8E2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572CF553-7ADF-BE91-BB29-EE86885A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D99ABF30-73AA-AC56-869D-BEEB2445ECC5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918CD011-AF12-45B1-5FAA-441096679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8046C52A-FFE8-1019-9ED8-C659B05D0E63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9E0EDB11-7329-F21D-94E0-BDD4CA8FD863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39D5D51-49C2-799D-DB8B-647D11073F4E}"/>
              </a:ext>
            </a:extLst>
          </p:cNvPr>
          <p:cNvSpPr/>
          <p:nvPr/>
        </p:nvSpPr>
        <p:spPr>
          <a:xfrm>
            <a:off x="3614871" y="2786128"/>
            <a:ext cx="248593" cy="85952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09A39EC-B1B8-CB36-4C31-8B46AB540C11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BB8338-F76F-0E3C-6467-7675060EEF6B}"/>
              </a:ext>
            </a:extLst>
          </p:cNvPr>
          <p:cNvSpPr/>
          <p:nvPr/>
        </p:nvSpPr>
        <p:spPr>
          <a:xfrm>
            <a:off x="4517494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ED144-CA28-A967-C9D5-F8B87D156837}"/>
              </a:ext>
            </a:extLst>
          </p:cNvPr>
          <p:cNvSpPr/>
          <p:nvPr/>
        </p:nvSpPr>
        <p:spPr>
          <a:xfrm>
            <a:off x="4537666" y="214108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185BDE8-CE79-1178-55DC-6BA0D77C675D}"/>
                  </a:ext>
                </a:extLst>
              </p:cNvPr>
              <p:cNvSpPr txBox="1"/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C4E4759-5C4A-80D2-C8F7-8D6480D3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blipFill>
                <a:blip r:embed="rId7"/>
                <a:stretch>
                  <a:fillRect r="-3614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C764585-F570-9120-110A-316592875FE4}"/>
                  </a:ext>
                </a:extLst>
              </p:cNvPr>
              <p:cNvSpPr txBox="1"/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61D5672-9AE9-EA9D-4ED3-BE02FA4EE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blipFill>
                <a:blip r:embed="rId8"/>
                <a:stretch>
                  <a:fillRect r="-3030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8F9B5E16-9EC0-CC0F-C84F-BF0B0D36C62E}"/>
              </a:ext>
            </a:extLst>
          </p:cNvPr>
          <p:cNvSpPr/>
          <p:nvPr/>
        </p:nvSpPr>
        <p:spPr>
          <a:xfrm>
            <a:off x="4303118" y="3238500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306DDC0-1A09-F2B8-3EA6-8BE5CE8DB5D6}"/>
              </a:ext>
            </a:extLst>
          </p:cNvPr>
          <p:cNvSpPr txBox="1"/>
          <p:nvPr/>
        </p:nvSpPr>
        <p:spPr>
          <a:xfrm>
            <a:off x="438150" y="523875"/>
            <a:ext cx="2603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</a:t>
            </a:r>
            <a:r>
              <a:rPr lang="fr-FR" sz="2400" baseline="30000" dirty="0"/>
              <a:t>e</a:t>
            </a:r>
            <a:r>
              <a:rPr lang="fr-FR" sz="2400" dirty="0"/>
              <a:t> proposition - AIR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A1C01B-A1DD-B520-A5BD-DF6A646FB3FE}"/>
              </a:ext>
            </a:extLst>
          </p:cNvPr>
          <p:cNvSpPr/>
          <p:nvPr/>
        </p:nvSpPr>
        <p:spPr>
          <a:xfrm>
            <a:off x="4309746" y="1443578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009EC8F-7185-1EEA-55A3-0D1FB5B43439}"/>
              </a:ext>
            </a:extLst>
          </p:cNvPr>
          <p:cNvSpPr txBox="1"/>
          <p:nvPr/>
        </p:nvSpPr>
        <p:spPr>
          <a:xfrm>
            <a:off x="5198228" y="2308373"/>
            <a:ext cx="1581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Soit une combinaison </a:t>
            </a:r>
            <a:r>
              <a:rPr lang="fr-FR" dirty="0">
                <a:sym typeface="Wingdings" panose="05000000000000000000" pitchFamily="2" charset="2"/>
              </a:rPr>
              <a:t> à voir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3BB1DD-9DB8-D872-9E55-0133EC6C6AB1}"/>
              </a:ext>
            </a:extLst>
          </p:cNvPr>
          <p:cNvSpPr/>
          <p:nvPr/>
        </p:nvSpPr>
        <p:spPr>
          <a:xfrm>
            <a:off x="3073221" y="5158996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95B3A9A-466B-10D2-F004-DD667E43996B}"/>
                  </a:ext>
                </a:extLst>
              </p:cNvPr>
              <p:cNvSpPr txBox="1"/>
              <p:nvPr/>
            </p:nvSpPr>
            <p:spPr>
              <a:xfrm>
                <a:off x="2540066" y="5043775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95B3A9A-466B-10D2-F004-DD667E43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66" y="5043775"/>
                <a:ext cx="508537" cy="276999"/>
              </a:xfrm>
              <a:prstGeom prst="rect">
                <a:avLst/>
              </a:prstGeom>
              <a:blipFill>
                <a:blip r:embed="rId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33AF073-308E-BD26-3493-0C052923B806}"/>
              </a:ext>
            </a:extLst>
          </p:cNvPr>
          <p:cNvSpPr/>
          <p:nvPr/>
        </p:nvSpPr>
        <p:spPr>
          <a:xfrm>
            <a:off x="2498820" y="5158996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85522149-AEFC-BEF8-8E84-EABDF3061EA0}"/>
                  </a:ext>
                </a:extLst>
              </p:cNvPr>
              <p:cNvSpPr txBox="1"/>
              <p:nvPr/>
            </p:nvSpPr>
            <p:spPr>
              <a:xfrm>
                <a:off x="1858578" y="5043775"/>
                <a:ext cx="641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85522149-AEFC-BEF8-8E84-EABDF306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578" y="5043775"/>
                <a:ext cx="641586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E2FAD07-6B6B-A8F5-05ED-C712CBB6D8EC}"/>
              </a:ext>
            </a:extLst>
          </p:cNvPr>
          <p:cNvCxnSpPr>
            <a:cxnSpLocks/>
            <a:stCxn id="59" idx="2"/>
            <a:endCxn id="9" idx="0"/>
          </p:cNvCxnSpPr>
          <p:nvPr/>
        </p:nvCxnSpPr>
        <p:spPr>
          <a:xfrm flipH="1">
            <a:off x="3096081" y="2187640"/>
            <a:ext cx="1" cy="2971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6A512FF-2F54-A10A-4D20-35BF42846BCF}"/>
                  </a:ext>
                </a:extLst>
              </p:cNvPr>
              <p:cNvSpPr txBox="1"/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6A512FF-2F54-A10A-4D20-35BF4284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A3D4E1D7-606F-65D7-B05B-D1BC021071D4}"/>
              </a:ext>
            </a:extLst>
          </p:cNvPr>
          <p:cNvSpPr/>
          <p:nvPr/>
        </p:nvSpPr>
        <p:spPr>
          <a:xfrm>
            <a:off x="2290271" y="2140487"/>
            <a:ext cx="45719" cy="465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BBAFDF-95F7-70A9-209F-968FE0CA523C}"/>
              </a:ext>
            </a:extLst>
          </p:cNvPr>
          <p:cNvSpPr/>
          <p:nvPr/>
        </p:nvSpPr>
        <p:spPr>
          <a:xfrm>
            <a:off x="3073221" y="1039515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622D2403-C953-2DF0-8A64-F5E675504595}"/>
                  </a:ext>
                </a:extLst>
              </p:cNvPr>
              <p:cNvSpPr txBox="1"/>
              <p:nvPr/>
            </p:nvSpPr>
            <p:spPr>
              <a:xfrm>
                <a:off x="2310151" y="924294"/>
                <a:ext cx="7225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622D2403-C953-2DF0-8A64-F5E675504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51" y="924294"/>
                <a:ext cx="722505" cy="276999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84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9201-7B99-501A-E162-F27C6D86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49B48F-8356-F077-681E-235953A067F8}"/>
              </a:ext>
            </a:extLst>
          </p:cNvPr>
          <p:cNvSpPr/>
          <p:nvPr/>
        </p:nvSpPr>
        <p:spPr>
          <a:xfrm>
            <a:off x="2454051" y="3657178"/>
            <a:ext cx="1149716" cy="1918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52F1FA-60A2-4EC3-914A-D2765CC00EBB}"/>
              </a:ext>
            </a:extLst>
          </p:cNvPr>
          <p:cNvSpPr/>
          <p:nvPr/>
        </p:nvSpPr>
        <p:spPr>
          <a:xfrm>
            <a:off x="2455195" y="2787396"/>
            <a:ext cx="1151097" cy="8595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CC841-3F06-A968-19B4-36FD996FF30D}"/>
              </a:ext>
            </a:extLst>
          </p:cNvPr>
          <p:cNvSpPr/>
          <p:nvPr/>
        </p:nvSpPr>
        <p:spPr>
          <a:xfrm>
            <a:off x="2452673" y="2546015"/>
            <a:ext cx="1151096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37DAB-BE98-BAB7-0310-09E2E7E3D3EB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80798DEF-2D0E-5BD2-68F0-7ABC72DE5C8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31A63B8-400C-930B-29C4-D39B465A23F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7837CB32-5C44-D717-7512-C46E044AEDD2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F78C617-946E-E2E5-565E-183C7A73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8B5601C3-6094-018A-D4F9-772BB7C57C6C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6D54BBBB-C6C5-1233-9CC0-5B6DC16E637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2EFD6C0-5009-F8FA-F72E-CFC2C862F0D6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2EFD6C0-5009-F8FA-F72E-CFC2C862F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E0B17657-808F-E41B-C2BA-3226A23B8890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E0B17657-808F-E41B-C2BA-3226A23B8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79E94EC7-2C8F-493B-D25E-A3E9E6067014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2714891-DC6A-713E-8A53-8AFCC75EDAEF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1A3B92FC-F188-AD5F-D6E9-933A8C152373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572CF553-7ADF-BE91-BB29-EE86885A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A30E6283-714E-E3BB-6FAA-703EE10720D9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1F2F44-BF2E-B4DE-5251-5E7D9E25CBFB}"/>
              </a:ext>
            </a:extLst>
          </p:cNvPr>
          <p:cNvSpPr/>
          <p:nvPr/>
        </p:nvSpPr>
        <p:spPr>
          <a:xfrm>
            <a:off x="3614871" y="2786128"/>
            <a:ext cx="248593" cy="85952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8F29671-70B2-2862-3F89-0034D7D93FBE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9D9C974-6FF9-1629-3A5C-C28B1D1407A4}"/>
              </a:ext>
            </a:extLst>
          </p:cNvPr>
          <p:cNvSpPr/>
          <p:nvPr/>
        </p:nvSpPr>
        <p:spPr>
          <a:xfrm>
            <a:off x="4517494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CC1D86-89C6-22BD-57D2-1EE669FA6E68}"/>
              </a:ext>
            </a:extLst>
          </p:cNvPr>
          <p:cNvSpPr/>
          <p:nvPr/>
        </p:nvSpPr>
        <p:spPr>
          <a:xfrm>
            <a:off x="4537666" y="214108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90F8DD7-C9C7-0711-9CBF-2A30EE9A4E38}"/>
                  </a:ext>
                </a:extLst>
              </p:cNvPr>
              <p:cNvSpPr txBox="1"/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C4E4759-5C4A-80D2-C8F7-8D6480D3B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blipFill>
                <a:blip r:embed="rId7"/>
                <a:stretch>
                  <a:fillRect r="-3614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C8F54FDE-4C54-DC27-1E54-25566CE41164}"/>
                  </a:ext>
                </a:extLst>
              </p:cNvPr>
              <p:cNvSpPr txBox="1"/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61D5672-9AE9-EA9D-4ED3-BE02FA4EE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blipFill>
                <a:blip r:embed="rId8"/>
                <a:stretch>
                  <a:fillRect r="-3030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BA034FB-785E-7EDE-FDA0-49CA775E7EC8}"/>
              </a:ext>
            </a:extLst>
          </p:cNvPr>
          <p:cNvSpPr/>
          <p:nvPr/>
        </p:nvSpPr>
        <p:spPr>
          <a:xfrm>
            <a:off x="4303118" y="3238500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B2E408A-FC30-CFB1-D874-7D661F2B5321}"/>
              </a:ext>
            </a:extLst>
          </p:cNvPr>
          <p:cNvSpPr txBox="1"/>
          <p:nvPr/>
        </p:nvSpPr>
        <p:spPr>
          <a:xfrm>
            <a:off x="438150" y="523875"/>
            <a:ext cx="2603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3</a:t>
            </a:r>
            <a:r>
              <a:rPr lang="fr-FR" sz="2400" baseline="30000" dirty="0"/>
              <a:t>e</a:t>
            </a:r>
            <a:r>
              <a:rPr lang="fr-FR" sz="2400" dirty="0"/>
              <a:t> proposition - AIR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E9418B-A2CE-7CC3-3F36-CBBD5C8DEB25}"/>
              </a:ext>
            </a:extLst>
          </p:cNvPr>
          <p:cNvSpPr/>
          <p:nvPr/>
        </p:nvSpPr>
        <p:spPr>
          <a:xfrm>
            <a:off x="4309746" y="1443578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87D974E-25F3-A430-9BB7-42C34BE27F63}"/>
              </a:ext>
            </a:extLst>
          </p:cNvPr>
          <p:cNvSpPr txBox="1"/>
          <p:nvPr/>
        </p:nvSpPr>
        <p:spPr>
          <a:xfrm>
            <a:off x="5198228" y="2308373"/>
            <a:ext cx="1581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Soit une combinaison </a:t>
            </a:r>
            <a:r>
              <a:rPr lang="fr-FR" dirty="0">
                <a:sym typeface="Wingdings" panose="05000000000000000000" pitchFamily="2" charset="2"/>
              </a:rPr>
              <a:t> à voir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FAD2316-5AAD-4B7D-0AD7-3B064E213EF2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FAD2316-5AAD-4B7D-0AD7-3B064E213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41A6D90-C30D-563D-AA2D-993D3445676D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40663-7440-88E3-91CC-42B20EAAD562}"/>
              </a:ext>
            </a:extLst>
          </p:cNvPr>
          <p:cNvSpPr/>
          <p:nvPr/>
        </p:nvSpPr>
        <p:spPr>
          <a:xfrm>
            <a:off x="1557137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AFED110-6B00-FFC9-B332-47ED23B38606}"/>
                  </a:ext>
                </a:extLst>
              </p:cNvPr>
              <p:cNvSpPr txBox="1"/>
              <p:nvPr/>
            </p:nvSpPr>
            <p:spPr>
              <a:xfrm>
                <a:off x="1392252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AFED110-6B00-FFC9-B332-47ED23B38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52" y="1748266"/>
                <a:ext cx="508537" cy="276999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2B1CB4D-4A34-FD8B-29FB-AF985F953918}"/>
              </a:ext>
            </a:extLst>
          </p:cNvPr>
          <p:cNvCxnSpPr/>
          <p:nvPr/>
        </p:nvCxnSpPr>
        <p:spPr>
          <a:xfrm flipV="1">
            <a:off x="2452673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6667B-3711-1F3B-D327-E139C6EBA960}"/>
              </a:ext>
            </a:extLst>
          </p:cNvPr>
          <p:cNvSpPr/>
          <p:nvPr/>
        </p:nvSpPr>
        <p:spPr>
          <a:xfrm>
            <a:off x="2196290" y="2791376"/>
            <a:ext cx="248593" cy="8595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00FFFF"/>
              </a:highligh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0B79B5-67B7-32F4-655E-68254B13BF3F}"/>
              </a:ext>
            </a:extLst>
          </p:cNvPr>
          <p:cNvSpPr/>
          <p:nvPr/>
        </p:nvSpPr>
        <p:spPr>
          <a:xfrm>
            <a:off x="2526782" y="2140487"/>
            <a:ext cx="45719" cy="4655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ECC999-6972-37A8-1300-0CB8BD6AB1E4}"/>
              </a:ext>
            </a:extLst>
          </p:cNvPr>
          <p:cNvSpPr/>
          <p:nvPr/>
        </p:nvSpPr>
        <p:spPr>
          <a:xfrm>
            <a:off x="887566" y="336120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768C5D-6D67-1939-E4AD-D2339005FF41}"/>
              </a:ext>
            </a:extLst>
          </p:cNvPr>
          <p:cNvSpPr/>
          <p:nvPr/>
        </p:nvSpPr>
        <p:spPr>
          <a:xfrm>
            <a:off x="907738" y="2137993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00FB9805-D7D5-6250-FA6C-AC500A5D8DDC}"/>
                  </a:ext>
                </a:extLst>
              </p:cNvPr>
              <p:cNvSpPr txBox="1"/>
              <p:nvPr/>
            </p:nvSpPr>
            <p:spPr>
              <a:xfrm>
                <a:off x="673189" y="1641462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00FB9805-D7D5-6250-FA6C-AC500A5D8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89" y="1641462"/>
                <a:ext cx="506934" cy="484428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CBA638D5-2C49-2052-30E8-A5119C56067B}"/>
                  </a:ext>
                </a:extLst>
              </p:cNvPr>
              <p:cNvSpPr txBox="1"/>
              <p:nvPr/>
            </p:nvSpPr>
            <p:spPr>
              <a:xfrm>
                <a:off x="656958" y="3494048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CBA638D5-2C49-2052-30E8-A5119C560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58" y="3494048"/>
                <a:ext cx="599908" cy="484428"/>
              </a:xfrm>
              <a:prstGeom prst="rect">
                <a:avLst/>
              </a:prstGeom>
              <a:blipFill>
                <a:blip r:embed="rId1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02CA8DF2-42F0-335A-AD49-C2FA790AF81A}"/>
              </a:ext>
            </a:extLst>
          </p:cNvPr>
          <p:cNvSpPr/>
          <p:nvPr/>
        </p:nvSpPr>
        <p:spPr>
          <a:xfrm>
            <a:off x="673190" y="3235411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E5D65F-F7BA-1310-0876-A6616C083353}"/>
              </a:ext>
            </a:extLst>
          </p:cNvPr>
          <p:cNvSpPr/>
          <p:nvPr/>
        </p:nvSpPr>
        <p:spPr>
          <a:xfrm>
            <a:off x="679818" y="1440489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62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CA29-083D-8CB0-D674-C32D60B3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7CC00-574B-A14D-F1EC-4B473CD9EB38}"/>
              </a:ext>
            </a:extLst>
          </p:cNvPr>
          <p:cNvSpPr/>
          <p:nvPr/>
        </p:nvSpPr>
        <p:spPr>
          <a:xfrm>
            <a:off x="1499765" y="2546015"/>
            <a:ext cx="2104004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D76F1-E8C2-375B-BE01-CC010CD54E6E}"/>
              </a:ext>
            </a:extLst>
          </p:cNvPr>
          <p:cNvSpPr/>
          <p:nvPr/>
        </p:nvSpPr>
        <p:spPr>
          <a:xfrm>
            <a:off x="1502287" y="2787395"/>
            <a:ext cx="2104005" cy="19068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FE832-A2BF-7934-07E8-70310D1857EF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D152702E-B0D8-614E-8461-F484F496DBD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AEB3D1CC-E753-0FD5-32FA-BB5AB4BCAD5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725D5B03-E13F-A28D-7AC9-E95A6FC6292D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F78C617-946E-E2E5-565E-183C7A73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1F663447-1B09-FC3F-1942-1EB1597EFF11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B206D11-7D91-3E95-33EF-7EE8D1272783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6310A5C-DFBC-2647-9708-83E747BB2360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05E71665-B13A-FE7C-F6AA-45B9437A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9D6E96ED-5C6B-D954-802C-1234BEB33536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D980A2D8-3AEE-455B-9542-1FB4611AF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DC167794-745C-D26B-3DA3-4779F08EF0F2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AC85230-52DD-D97E-D275-1F143B6B5949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E998106-E56D-BC77-F157-65DC31F451D2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717376" cy="291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fr-FR" sz="1200" dirty="0"/>
                  <a:t> ---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E998106-E56D-BC77-F157-65DC31F45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717376" cy="291618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82584441-933A-7A9F-7941-17EC0A207029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918CD011-AF12-45B1-5FAA-441096679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C73A03D1-0904-99BB-8A12-3927DF2AE25B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C59DFCEB-EE7E-FB47-C7E6-667A70C757C2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895BADB-D4E9-CD0B-7415-2C74614A8FA5}"/>
              </a:ext>
            </a:extLst>
          </p:cNvPr>
          <p:cNvSpPr/>
          <p:nvPr/>
        </p:nvSpPr>
        <p:spPr>
          <a:xfrm>
            <a:off x="3614871" y="2786127"/>
            <a:ext cx="248593" cy="190683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53AAD13-51E3-3823-7AC9-0B42EB16C348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CD9759B1-E1D4-CD3E-AE5F-72690ADD14DA}"/>
              </a:ext>
            </a:extLst>
          </p:cNvPr>
          <p:cNvSpPr txBox="1"/>
          <p:nvPr/>
        </p:nvSpPr>
        <p:spPr>
          <a:xfrm>
            <a:off x="438150" y="523875"/>
            <a:ext cx="2640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</a:t>
            </a:r>
            <a:r>
              <a:rPr lang="fr-FR" sz="2400" baseline="30000" dirty="0"/>
              <a:t>e</a:t>
            </a:r>
            <a:r>
              <a:rPr lang="fr-FR" sz="2400" dirty="0"/>
              <a:t> proposition - 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696FB0-69BA-DEFD-7B8D-985FCBD8D02D}"/>
                  </a:ext>
                </a:extLst>
              </p:cNvPr>
              <p:cNvSpPr txBox="1"/>
              <p:nvPr/>
            </p:nvSpPr>
            <p:spPr>
              <a:xfrm>
                <a:off x="2406071" y="4692962"/>
                <a:ext cx="3818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</a:rPr>
                  <a:t>↓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696FB0-69BA-DEFD-7B8D-985FCBD8D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071" y="4692962"/>
                <a:ext cx="381836" cy="523220"/>
              </a:xfrm>
              <a:prstGeom prst="rect">
                <a:avLst/>
              </a:prstGeom>
              <a:blipFill>
                <a:blip r:embed="rId7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DCCE368-FA89-CAED-ECE1-E5A5FB3EA262}"/>
              </a:ext>
            </a:extLst>
          </p:cNvPr>
          <p:cNvSpPr/>
          <p:nvPr/>
        </p:nvSpPr>
        <p:spPr>
          <a:xfrm>
            <a:off x="2226759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5F66AD8-0709-1CB7-3396-39AB9309ED86}"/>
                  </a:ext>
                </a:extLst>
              </p:cNvPr>
              <p:cNvSpPr txBox="1"/>
              <p:nvPr/>
            </p:nvSpPr>
            <p:spPr>
              <a:xfrm>
                <a:off x="3675611" y="2163766"/>
                <a:ext cx="322781" cy="3552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9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900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den>
                      </m:f>
                    </m:oMath>
                  </m:oMathPara>
                </a14:m>
                <a:endParaRPr lang="fr-FR" sz="900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5F66AD8-0709-1CB7-3396-39AB9309E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611" y="2163766"/>
                <a:ext cx="322781" cy="3552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AFA395E-43E6-47F8-345C-2EEDD4EC952C}"/>
                  </a:ext>
                </a:extLst>
              </p:cNvPr>
              <p:cNvSpPr txBox="1"/>
              <p:nvPr/>
            </p:nvSpPr>
            <p:spPr>
              <a:xfrm>
                <a:off x="3328490" y="2131532"/>
                <a:ext cx="28129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9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fr-FR" sz="9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AFA395E-43E6-47F8-345C-2EEDD4EC9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90" y="2131532"/>
                <a:ext cx="281295" cy="2308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4E0242B-A958-1EDD-CDF6-6B854F93640B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3635685" y="2163766"/>
            <a:ext cx="366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B554248E-3AB8-6126-A2E8-C1A415BA860F}"/>
                  </a:ext>
                </a:extLst>
              </p:cNvPr>
              <p:cNvSpPr txBox="1"/>
              <p:nvPr/>
            </p:nvSpPr>
            <p:spPr>
              <a:xfrm>
                <a:off x="4055063" y="2166955"/>
                <a:ext cx="8282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fr-FR" sz="1200" dirty="0"/>
                  <a:t> ---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B554248E-3AB8-6126-A2E8-C1A415BA8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063" y="2166955"/>
                <a:ext cx="828240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48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CAAE-1E84-8491-1BA5-54B34F3B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D63734-5BCE-DEB6-0EA1-37308EF53AAD}"/>
              </a:ext>
            </a:extLst>
          </p:cNvPr>
          <p:cNvSpPr/>
          <p:nvPr/>
        </p:nvSpPr>
        <p:spPr>
          <a:xfrm>
            <a:off x="119027" y="184150"/>
            <a:ext cx="2100441" cy="14996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5BE2BC-AE97-C09B-4407-326DF0C45CDD}"/>
              </a:ext>
            </a:extLst>
          </p:cNvPr>
          <p:cNvSpPr/>
          <p:nvPr/>
        </p:nvSpPr>
        <p:spPr>
          <a:xfrm>
            <a:off x="117987" y="1682496"/>
            <a:ext cx="2104005" cy="8595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B9B70-5F7E-88D2-628F-A6267E71449D}"/>
              </a:ext>
            </a:extLst>
          </p:cNvPr>
          <p:cNvSpPr/>
          <p:nvPr/>
        </p:nvSpPr>
        <p:spPr>
          <a:xfrm>
            <a:off x="1924371" y="1035587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D7168434-62F0-4FF1-9EED-2113E7ECE3D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947231" y="10821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69369E5C-1BF0-2DD0-0AE5-5A87AAD1EA49}"/>
                  </a:ext>
                </a:extLst>
              </p:cNvPr>
              <p:cNvSpPr txBox="1"/>
              <p:nvPr/>
            </p:nvSpPr>
            <p:spPr>
              <a:xfrm>
                <a:off x="1844907" y="1229304"/>
                <a:ext cx="3086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69369E5C-1BF0-2DD0-0AE5-5A87AAD1E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907" y="1229304"/>
                <a:ext cx="30867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58BF571-1708-EE7A-E754-0C67523320D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70090" y="10588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2C978C6-BB0D-718D-BAFE-966D530E9CEE}"/>
                  </a:ext>
                </a:extLst>
              </p:cNvPr>
              <p:cNvSpPr txBox="1"/>
              <p:nvPr/>
            </p:nvSpPr>
            <p:spPr>
              <a:xfrm>
                <a:off x="1924371" y="995585"/>
                <a:ext cx="3145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2C978C6-BB0D-718D-BAFE-966D530E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371" y="995585"/>
                <a:ext cx="31457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2A013D63-DAC7-9C9C-B5CE-EBD83D742C92}"/>
                  </a:ext>
                </a:extLst>
              </p:cNvPr>
              <p:cNvSpPr txBox="1"/>
              <p:nvPr/>
            </p:nvSpPr>
            <p:spPr>
              <a:xfrm>
                <a:off x="1811908" y="6433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2A013D63-DAC7-9C9C-B5CE-EBD83D742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908" y="643367"/>
                <a:ext cx="28251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D77D5188-6461-45DE-95EC-904CD17E5B25}"/>
              </a:ext>
            </a:extLst>
          </p:cNvPr>
          <p:cNvSpPr/>
          <p:nvPr/>
        </p:nvSpPr>
        <p:spPr>
          <a:xfrm>
            <a:off x="1926895" y="2265712"/>
            <a:ext cx="45719" cy="4655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F4A4EC4-6D85-28DA-513E-F17094DB7876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1949755" y="16710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E357BAB9-43E1-FC97-8261-2B788ACA58DF}"/>
                  </a:ext>
                </a:extLst>
              </p:cNvPr>
              <p:cNvSpPr txBox="1"/>
              <p:nvPr/>
            </p:nvSpPr>
            <p:spPr>
              <a:xfrm>
                <a:off x="1761610" y="23031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E357BAB9-43E1-FC97-8261-2B788ACA5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610" y="2303107"/>
                <a:ext cx="37548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F51F14E5-55D5-CD11-F79D-0D7347941A43}"/>
                  </a:ext>
                </a:extLst>
              </p:cNvPr>
              <p:cNvSpPr txBox="1"/>
              <p:nvPr/>
            </p:nvSpPr>
            <p:spPr>
              <a:xfrm>
                <a:off x="1504438" y="6463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F51F14E5-55D5-CD11-F79D-0D7347941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438" y="646386"/>
                <a:ext cx="37548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CD5A1D6A-37B7-ED18-F317-0184704116AC}"/>
              </a:ext>
            </a:extLst>
          </p:cNvPr>
          <p:cNvSpPr/>
          <p:nvPr/>
        </p:nvSpPr>
        <p:spPr>
          <a:xfrm>
            <a:off x="1020362" y="3623568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6A2AB3-B31C-243E-67D7-ACEB3BE6D96D}"/>
              </a:ext>
            </a:extLst>
          </p:cNvPr>
          <p:cNvSpPr/>
          <p:nvPr/>
        </p:nvSpPr>
        <p:spPr>
          <a:xfrm>
            <a:off x="1172762" y="3775968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3C887D-928E-0FE3-4059-0D3475165BD9}"/>
              </a:ext>
            </a:extLst>
          </p:cNvPr>
          <p:cNvSpPr/>
          <p:nvPr/>
        </p:nvSpPr>
        <p:spPr>
          <a:xfrm>
            <a:off x="1325162" y="3928368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03B49F-3B50-2031-7809-9BF1399BF834}"/>
              </a:ext>
            </a:extLst>
          </p:cNvPr>
          <p:cNvSpPr/>
          <p:nvPr/>
        </p:nvSpPr>
        <p:spPr>
          <a:xfrm>
            <a:off x="1688922" y="1036182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1383D1-3591-28C6-6410-1DC2D8179EC3}"/>
              </a:ext>
            </a:extLst>
          </p:cNvPr>
          <p:cNvSpPr/>
          <p:nvPr/>
        </p:nvSpPr>
        <p:spPr>
          <a:xfrm>
            <a:off x="2618325" y="1035587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840E7BC4-1FAC-FF02-FA88-00CADE5C0AA8}"/>
                  </a:ext>
                </a:extLst>
              </p:cNvPr>
              <p:cNvSpPr txBox="1"/>
              <p:nvPr/>
            </p:nvSpPr>
            <p:spPr>
              <a:xfrm>
                <a:off x="2453440" y="6433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840E7BC4-1FAC-FF02-FA88-00CADE5C0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440" y="643366"/>
                <a:ext cx="508537" cy="276999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D7E3D0A9-1EED-6E8C-3061-6592A13B4865}"/>
                  </a:ext>
                </a:extLst>
              </p:cNvPr>
              <p:cNvSpPr txBox="1"/>
              <p:nvPr/>
            </p:nvSpPr>
            <p:spPr>
              <a:xfrm>
                <a:off x="1070895" y="6433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D7E3D0A9-1EED-6E8C-3061-6592A13B4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95" y="643366"/>
                <a:ext cx="508537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F7FD4F90-B2D4-8B02-889B-2CB52DDC2CE2}"/>
              </a:ext>
            </a:extLst>
          </p:cNvPr>
          <p:cNvSpPr/>
          <p:nvPr/>
        </p:nvSpPr>
        <p:spPr>
          <a:xfrm>
            <a:off x="1302303" y="1035587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6B85E8-AB0E-180F-8E58-5FE5CF9FC4C4}"/>
              </a:ext>
            </a:extLst>
          </p:cNvPr>
          <p:cNvSpPr/>
          <p:nvPr/>
        </p:nvSpPr>
        <p:spPr>
          <a:xfrm>
            <a:off x="5229115" y="1644408"/>
            <a:ext cx="3679935" cy="8595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E3B4E1A-743A-661E-37B1-44FA910BA8CF}"/>
              </a:ext>
            </a:extLst>
          </p:cNvPr>
          <p:cNvSpPr/>
          <p:nvPr/>
        </p:nvSpPr>
        <p:spPr>
          <a:xfrm>
            <a:off x="7035499" y="997499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66B2DA85-A510-573D-FF0E-7321E997DC18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7058359" y="1044057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641A4127-6385-8D06-AA95-01A0BD8476FA}"/>
                  </a:ext>
                </a:extLst>
              </p:cNvPr>
              <p:cNvSpPr txBox="1"/>
              <p:nvPr/>
            </p:nvSpPr>
            <p:spPr>
              <a:xfrm>
                <a:off x="6923036" y="605279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641A4127-6385-8D06-AA95-01A0BD847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036" y="605279"/>
                <a:ext cx="28251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ctangle 74">
            <a:extLst>
              <a:ext uri="{FF2B5EF4-FFF2-40B4-BE49-F238E27FC236}">
                <a16:creationId xmlns:a16="http://schemas.microsoft.com/office/drawing/2014/main" id="{5CF75FA0-076A-3FA5-29B2-77321A1252E9}"/>
              </a:ext>
            </a:extLst>
          </p:cNvPr>
          <p:cNvSpPr/>
          <p:nvPr/>
        </p:nvSpPr>
        <p:spPr>
          <a:xfrm>
            <a:off x="7038023" y="2227624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BBE55459-5E86-3D86-CF70-71BEBC94F287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7060883" y="1632977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E8E8AD50-F094-7C10-DCE0-8EFD789F8622}"/>
                  </a:ext>
                </a:extLst>
              </p:cNvPr>
              <p:cNvSpPr txBox="1"/>
              <p:nvPr/>
            </p:nvSpPr>
            <p:spPr>
              <a:xfrm>
                <a:off x="6872738" y="2265019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E8E8AD50-F094-7C10-DCE0-8EFD789F8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738" y="2265019"/>
                <a:ext cx="37548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C7F6436-3FE8-3C33-E9E6-8F67DC4E5B8D}"/>
                  </a:ext>
                </a:extLst>
              </p:cNvPr>
              <p:cNvSpPr txBox="1"/>
              <p:nvPr/>
            </p:nvSpPr>
            <p:spPr>
              <a:xfrm>
                <a:off x="6396489" y="608298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C7F6436-3FE8-3C33-E9E6-8F67DC4E5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489" y="608298"/>
                <a:ext cx="375487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>
            <a:extLst>
              <a:ext uri="{FF2B5EF4-FFF2-40B4-BE49-F238E27FC236}">
                <a16:creationId xmlns:a16="http://schemas.microsoft.com/office/drawing/2014/main" id="{2FD91102-2A4A-24CC-ECD3-CEF7D1E29EFC}"/>
              </a:ext>
            </a:extLst>
          </p:cNvPr>
          <p:cNvSpPr/>
          <p:nvPr/>
        </p:nvSpPr>
        <p:spPr>
          <a:xfrm>
            <a:off x="6552397" y="998094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5" name="Connecteur : en arc 84">
            <a:extLst>
              <a:ext uri="{FF2B5EF4-FFF2-40B4-BE49-F238E27FC236}">
                <a16:creationId xmlns:a16="http://schemas.microsoft.com/office/drawing/2014/main" id="{707392B7-6E25-75A4-45AC-BF75B129D8CD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V="1">
            <a:off x="6923037" y="1020778"/>
            <a:ext cx="112463" cy="44131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 : en arc 87">
            <a:extLst>
              <a:ext uri="{FF2B5EF4-FFF2-40B4-BE49-F238E27FC236}">
                <a16:creationId xmlns:a16="http://schemas.microsoft.com/office/drawing/2014/main" id="{FC6F064F-C6D1-22EA-8DF4-26A16BA34AD3}"/>
              </a:ext>
            </a:extLst>
          </p:cNvPr>
          <p:cNvCxnSpPr>
            <a:stCxn id="75" idx="3"/>
          </p:cNvCxnSpPr>
          <p:nvPr/>
        </p:nvCxnSpPr>
        <p:spPr>
          <a:xfrm flipV="1">
            <a:off x="7083742" y="1414463"/>
            <a:ext cx="212408" cy="8364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 : en arc 89">
            <a:extLst>
              <a:ext uri="{FF2B5EF4-FFF2-40B4-BE49-F238E27FC236}">
                <a16:creationId xmlns:a16="http://schemas.microsoft.com/office/drawing/2014/main" id="{9634FD5D-6DB5-8C83-FFB3-72611333EE7C}"/>
              </a:ext>
            </a:extLst>
          </p:cNvPr>
          <p:cNvCxnSpPr>
            <a:stCxn id="79" idx="1"/>
          </p:cNvCxnSpPr>
          <p:nvPr/>
        </p:nvCxnSpPr>
        <p:spPr>
          <a:xfrm rot="10800000" flipV="1">
            <a:off x="6496051" y="1021373"/>
            <a:ext cx="56347" cy="8312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508A8DAE-26F7-28D6-B3F1-71A77779549C}"/>
              </a:ext>
            </a:extLst>
          </p:cNvPr>
          <p:cNvCxnSpPr/>
          <p:nvPr/>
        </p:nvCxnSpPr>
        <p:spPr>
          <a:xfrm flipV="1">
            <a:off x="2221992" y="1714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B5A5-B88E-C8AD-4FE0-F0D4C3DF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45E2FA7-DCFB-82B2-B660-86CC10C72487}"/>
              </a:ext>
            </a:extLst>
          </p:cNvPr>
          <p:cNvSpPr/>
          <p:nvPr/>
        </p:nvSpPr>
        <p:spPr>
          <a:xfrm>
            <a:off x="2732032" y="3178919"/>
            <a:ext cx="3679935" cy="8595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D6A077-FD17-6ECB-3DB4-C014AC1DA40E}"/>
              </a:ext>
            </a:extLst>
          </p:cNvPr>
          <p:cNvSpPr/>
          <p:nvPr/>
        </p:nvSpPr>
        <p:spPr>
          <a:xfrm>
            <a:off x="4538416" y="2532010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1CB13F71-9592-C3F5-1836-E4A268CEE2FC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4561276" y="2578568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4A503940-5F86-D1C4-3228-714837D223A3}"/>
                  </a:ext>
                </a:extLst>
              </p:cNvPr>
              <p:cNvSpPr txBox="1"/>
              <p:nvPr/>
            </p:nvSpPr>
            <p:spPr>
              <a:xfrm>
                <a:off x="4425953" y="2139790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4A503940-5F86-D1C4-3228-714837D2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53" y="2139790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ctangle 74">
            <a:extLst>
              <a:ext uri="{FF2B5EF4-FFF2-40B4-BE49-F238E27FC236}">
                <a16:creationId xmlns:a16="http://schemas.microsoft.com/office/drawing/2014/main" id="{36739A70-BAE5-4509-4800-BDAEA6226DDA}"/>
              </a:ext>
            </a:extLst>
          </p:cNvPr>
          <p:cNvSpPr/>
          <p:nvPr/>
        </p:nvSpPr>
        <p:spPr>
          <a:xfrm>
            <a:off x="4540940" y="3762135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D3B2593F-7447-88CF-1588-AAFACC2CF4CE}"/>
              </a:ext>
            </a:extLst>
          </p:cNvPr>
          <p:cNvCxnSpPr>
            <a:cxnSpLocks/>
            <a:endCxn id="75" idx="0"/>
          </p:cNvCxnSpPr>
          <p:nvPr/>
        </p:nvCxnSpPr>
        <p:spPr>
          <a:xfrm>
            <a:off x="4563800" y="3167488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D61C1AB7-A199-583C-3968-0045DE213ECC}"/>
                  </a:ext>
                </a:extLst>
              </p:cNvPr>
              <p:cNvSpPr txBox="1"/>
              <p:nvPr/>
            </p:nvSpPr>
            <p:spPr>
              <a:xfrm>
                <a:off x="4375655" y="3799530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D61C1AB7-A199-583C-3968-0045DE213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655" y="3799530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C611FB2E-69D0-98E2-108A-E0A10E066C03}"/>
                  </a:ext>
                </a:extLst>
              </p:cNvPr>
              <p:cNvSpPr txBox="1"/>
              <p:nvPr/>
            </p:nvSpPr>
            <p:spPr>
              <a:xfrm>
                <a:off x="3899406" y="2142809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C611FB2E-69D0-98E2-108A-E0A10E066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406" y="2142809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>
            <a:extLst>
              <a:ext uri="{FF2B5EF4-FFF2-40B4-BE49-F238E27FC236}">
                <a16:creationId xmlns:a16="http://schemas.microsoft.com/office/drawing/2014/main" id="{FC04539D-331F-DB57-49F8-BC59AE283F86}"/>
              </a:ext>
            </a:extLst>
          </p:cNvPr>
          <p:cNvSpPr/>
          <p:nvPr/>
        </p:nvSpPr>
        <p:spPr>
          <a:xfrm>
            <a:off x="4055314" y="2532605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5" name="Connecteur : en arc 84">
            <a:extLst>
              <a:ext uri="{FF2B5EF4-FFF2-40B4-BE49-F238E27FC236}">
                <a16:creationId xmlns:a16="http://schemas.microsoft.com/office/drawing/2014/main" id="{0B09B85D-9D4B-296F-CDDF-407767E2F6A4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V="1">
            <a:off x="4425954" y="2555289"/>
            <a:ext cx="112463" cy="44131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 : en arc 87">
            <a:extLst>
              <a:ext uri="{FF2B5EF4-FFF2-40B4-BE49-F238E27FC236}">
                <a16:creationId xmlns:a16="http://schemas.microsoft.com/office/drawing/2014/main" id="{92FDA883-36DD-6FE3-C555-CF208C2C4B12}"/>
              </a:ext>
            </a:extLst>
          </p:cNvPr>
          <p:cNvCxnSpPr>
            <a:stCxn id="75" idx="3"/>
          </p:cNvCxnSpPr>
          <p:nvPr/>
        </p:nvCxnSpPr>
        <p:spPr>
          <a:xfrm flipV="1">
            <a:off x="4586659" y="2948974"/>
            <a:ext cx="212408" cy="8364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 : en arc 89">
            <a:extLst>
              <a:ext uri="{FF2B5EF4-FFF2-40B4-BE49-F238E27FC236}">
                <a16:creationId xmlns:a16="http://schemas.microsoft.com/office/drawing/2014/main" id="{37AC9A36-CB4E-D7E6-05D9-FB9F116F9120}"/>
              </a:ext>
            </a:extLst>
          </p:cNvPr>
          <p:cNvCxnSpPr>
            <a:stCxn id="79" idx="1"/>
          </p:cNvCxnSpPr>
          <p:nvPr/>
        </p:nvCxnSpPr>
        <p:spPr>
          <a:xfrm rot="10800000" flipV="1">
            <a:off x="3998968" y="2555884"/>
            <a:ext cx="56347" cy="8312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98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9D47B-98F8-7092-6EB4-63241718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0A37C-9FBA-3BD3-351B-A79BD58DBDBD}"/>
              </a:ext>
            </a:extLst>
          </p:cNvPr>
          <p:cNvSpPr/>
          <p:nvPr/>
        </p:nvSpPr>
        <p:spPr>
          <a:xfrm>
            <a:off x="1499765" y="2536490"/>
            <a:ext cx="2104004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44AF2B-126D-5ABF-E051-E64B1AED3F19}"/>
              </a:ext>
            </a:extLst>
          </p:cNvPr>
          <p:cNvSpPr/>
          <p:nvPr/>
        </p:nvSpPr>
        <p:spPr>
          <a:xfrm>
            <a:off x="1502287" y="2787396"/>
            <a:ext cx="2104005" cy="8595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A2608-D9C7-AF38-777F-9B164C444CDE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E65F64AA-6897-643A-3367-5543B9A075D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0D695272-3AE9-295B-AD79-D73DAC8E54C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8A9903C-AA6B-E9F9-9742-86C5BFDD12F8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18A9903C-AA6B-E9F9-9742-86C5BFDD1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B52C1724-3F77-680E-3DB6-80D0EE893273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6C8938A7-F3E3-B303-E8AE-54A1331EF03F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8B664A1-886D-9CF0-2921-EE02E5F3F90E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8B664A1-886D-9CF0-2921-EE02E5F3F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4756B853-94FD-F74F-2DD4-1020A344EBFE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4756B853-94FD-F74F-2DD4-1020A344E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55F0195D-AC1E-6104-929E-3150AF8C32A5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CD1A82-0876-725F-EEC6-A75DDCA88785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31519B85-A7D2-6897-D3E1-5FE04F245AB1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31519B85-A7D2-6897-D3E1-5FE04F245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17E9F3CA-9E93-59B2-8751-BB6FAB01D010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17E9F3CA-9E93-59B2-8751-BB6FAB01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3D10CC23-65D2-6671-B493-2C07889F9318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C7AD6D11-BB21-451D-902C-D8325FBD2A6A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A4E5204-EDAD-9CDD-A84B-4DBB32872D33}"/>
              </a:ext>
            </a:extLst>
          </p:cNvPr>
          <p:cNvSpPr/>
          <p:nvPr/>
        </p:nvSpPr>
        <p:spPr>
          <a:xfrm>
            <a:off x="3614871" y="2786127"/>
            <a:ext cx="248593" cy="85952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C8019C-25E1-405F-FE12-B65889088B57}"/>
              </a:ext>
            </a:extLst>
          </p:cNvPr>
          <p:cNvSpPr/>
          <p:nvPr/>
        </p:nvSpPr>
        <p:spPr>
          <a:xfrm>
            <a:off x="3073221" y="5098706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52C0ABC-194F-7B72-6A9E-3CF5CA7A1304}"/>
                  </a:ext>
                </a:extLst>
              </p:cNvPr>
              <p:cNvSpPr txBox="1"/>
              <p:nvPr/>
            </p:nvSpPr>
            <p:spPr>
              <a:xfrm>
                <a:off x="2610403" y="4983485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52C0ABC-194F-7B72-6A9E-3CF5CA7A1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403" y="4983485"/>
                <a:ext cx="508537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DD7833E-BAC8-5D65-8049-ABC5005F319B}"/>
                  </a:ext>
                </a:extLst>
              </p:cNvPr>
              <p:cNvSpPr txBox="1"/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DD7833E-BAC8-5D65-8049-ABC5005F3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5D1D642-DEDC-C463-370E-F6EA17EB2BD4}"/>
              </a:ext>
            </a:extLst>
          </p:cNvPr>
          <p:cNvSpPr/>
          <p:nvPr/>
        </p:nvSpPr>
        <p:spPr>
          <a:xfrm>
            <a:off x="2290271" y="2140487"/>
            <a:ext cx="45719" cy="465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57A969-961A-2F82-F04E-C2D5E4F136A9}"/>
              </a:ext>
            </a:extLst>
          </p:cNvPr>
          <p:cNvSpPr/>
          <p:nvPr/>
        </p:nvSpPr>
        <p:spPr>
          <a:xfrm>
            <a:off x="1502286" y="3661721"/>
            <a:ext cx="2101481" cy="1918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EAF9D-44FB-10E7-76E5-8D6A7948FD9B}"/>
              </a:ext>
            </a:extLst>
          </p:cNvPr>
          <p:cNvSpPr/>
          <p:nvPr/>
        </p:nvSpPr>
        <p:spPr>
          <a:xfrm>
            <a:off x="3073221" y="1179215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D0616651-0477-66CF-57F5-31C99FE199B7}"/>
                  </a:ext>
                </a:extLst>
              </p:cNvPr>
              <p:cNvSpPr txBox="1"/>
              <p:nvPr/>
            </p:nvSpPr>
            <p:spPr>
              <a:xfrm>
                <a:off x="2310151" y="1063994"/>
                <a:ext cx="7225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D0616651-0477-66CF-57F5-31C99FE19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51" y="1063994"/>
                <a:ext cx="722505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CA4A857-5DF2-5F4D-2637-071B9261C118}"/>
              </a:ext>
            </a:extLst>
          </p:cNvPr>
          <p:cNvSpPr/>
          <p:nvPr/>
        </p:nvSpPr>
        <p:spPr>
          <a:xfrm>
            <a:off x="2498820" y="5098706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09E2B0-0F38-065A-FBC8-DFA046F5FE88}"/>
                  </a:ext>
                </a:extLst>
              </p:cNvPr>
              <p:cNvSpPr txBox="1"/>
              <p:nvPr/>
            </p:nvSpPr>
            <p:spPr>
              <a:xfrm>
                <a:off x="1858578" y="4983485"/>
                <a:ext cx="641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09E2B0-0F38-065A-FBC8-DFA046F5F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578" y="4983485"/>
                <a:ext cx="641586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6B9FEF4-FEAE-4E6E-5150-137D2D79C235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E27DC73-92A8-DD71-2ADE-4FEDF5375FE1}"/>
              </a:ext>
            </a:extLst>
          </p:cNvPr>
          <p:cNvSpPr/>
          <p:nvPr/>
        </p:nvSpPr>
        <p:spPr>
          <a:xfrm>
            <a:off x="4517494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859B03-D858-03E9-A780-C28953E7EE9C}"/>
              </a:ext>
            </a:extLst>
          </p:cNvPr>
          <p:cNvSpPr/>
          <p:nvPr/>
        </p:nvSpPr>
        <p:spPr>
          <a:xfrm>
            <a:off x="4537666" y="214108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47979BA-11AC-66A4-CB08-50A0A2F038F5}"/>
                  </a:ext>
                </a:extLst>
              </p:cNvPr>
              <p:cNvSpPr txBox="1"/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E47979BA-11AC-66A4-CB08-50A0A2F03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blipFill>
                <a:blip r:embed="rId10"/>
                <a:stretch>
                  <a:fillRect r="-3614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0D23322-EBBF-F165-E816-1697BE8AE957}"/>
                  </a:ext>
                </a:extLst>
              </p:cNvPr>
              <p:cNvSpPr txBox="1"/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0D23322-EBBF-F165-E816-1697BE8AE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blipFill>
                <a:blip r:embed="rId11"/>
                <a:stretch>
                  <a:fillRect r="-3030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9C35873-9DD9-F586-FF32-0572A78D3DDE}"/>
              </a:ext>
            </a:extLst>
          </p:cNvPr>
          <p:cNvSpPr/>
          <p:nvPr/>
        </p:nvSpPr>
        <p:spPr>
          <a:xfrm>
            <a:off x="5111954" y="3364291"/>
            <a:ext cx="45719" cy="465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E69C9C2-9B10-6186-0834-238096D1A4C4}"/>
                  </a:ext>
                </a:extLst>
              </p:cNvPr>
              <p:cNvSpPr txBox="1"/>
              <p:nvPr/>
            </p:nvSpPr>
            <p:spPr>
              <a:xfrm>
                <a:off x="4881346" y="3497137"/>
                <a:ext cx="506934" cy="452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E69C9C2-9B10-6186-0834-238096D1A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346" y="3497137"/>
                <a:ext cx="506934" cy="452111"/>
              </a:xfrm>
              <a:prstGeom prst="rect">
                <a:avLst/>
              </a:prstGeom>
              <a:blipFill>
                <a:blip r:embed="rId12"/>
                <a:stretch>
                  <a:fillRect r="-3614" b="-2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A77317F-DEA6-FDBC-B9E1-639BA3DB2793}"/>
              </a:ext>
            </a:extLst>
          </p:cNvPr>
          <p:cNvSpPr/>
          <p:nvPr/>
        </p:nvSpPr>
        <p:spPr>
          <a:xfrm>
            <a:off x="5666143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294CD8-2DAB-9B4C-ED70-DC8DA636BAD1}"/>
                  </a:ext>
                </a:extLst>
              </p:cNvPr>
              <p:cNvSpPr txBox="1"/>
              <p:nvPr/>
            </p:nvSpPr>
            <p:spPr>
              <a:xfrm>
                <a:off x="5435535" y="3497137"/>
                <a:ext cx="639983" cy="453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0294CD8-2DAB-9B4C-ED70-DC8DA636B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35" y="3497137"/>
                <a:ext cx="639983" cy="453329"/>
              </a:xfrm>
              <a:prstGeom prst="rect">
                <a:avLst/>
              </a:prstGeom>
              <a:blipFill>
                <a:blip r:embed="rId13"/>
                <a:stretch>
                  <a:fillRect r="-2857" b="-2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AA81C8B-3F77-5616-3487-ED98ECF30B03}"/>
              </a:ext>
            </a:extLst>
          </p:cNvPr>
          <p:cNvSpPr/>
          <p:nvPr/>
        </p:nvSpPr>
        <p:spPr>
          <a:xfrm>
            <a:off x="4303117" y="1555750"/>
            <a:ext cx="530967" cy="252628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989FCB-B796-D09E-2878-00213F301A05}"/>
              </a:ext>
            </a:extLst>
          </p:cNvPr>
          <p:cNvSpPr/>
          <p:nvPr/>
        </p:nvSpPr>
        <p:spPr>
          <a:xfrm>
            <a:off x="4896980" y="3095423"/>
            <a:ext cx="1373275" cy="98651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19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0069-3E75-09AC-DB97-03F553E0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3A1E5-7002-0806-0B33-7033C0E9D9CE}"/>
              </a:ext>
            </a:extLst>
          </p:cNvPr>
          <p:cNvSpPr/>
          <p:nvPr/>
        </p:nvSpPr>
        <p:spPr>
          <a:xfrm>
            <a:off x="1499765" y="2536490"/>
            <a:ext cx="2104004" cy="2342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7D93F1-E40B-5697-3C43-1D8875D3B7C7}"/>
              </a:ext>
            </a:extLst>
          </p:cNvPr>
          <p:cNvSpPr/>
          <p:nvPr/>
        </p:nvSpPr>
        <p:spPr>
          <a:xfrm>
            <a:off x="1502287" y="2787396"/>
            <a:ext cx="2104005" cy="8595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33158-B187-9CCF-106B-0D56F54E0322}"/>
              </a:ext>
            </a:extLst>
          </p:cNvPr>
          <p:cNvSpPr/>
          <p:nvPr/>
        </p:nvSpPr>
        <p:spPr>
          <a:xfrm>
            <a:off x="3308671" y="2140487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950BE48-6030-F43C-C86B-68F7A5C5797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331531" y="2187045"/>
            <a:ext cx="0" cy="600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00B3A1AB-A210-E52F-BA8C-FA77AC18CFC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54390" y="2163766"/>
            <a:ext cx="2519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809D3F66-6F79-EDC7-7E43-9B132097C0C2}"/>
                  </a:ext>
                </a:extLst>
              </p:cNvPr>
              <p:cNvSpPr txBox="1"/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809D3F66-6F79-EDC7-7E43-9B132097C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208" y="1748267"/>
                <a:ext cx="28251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7CFC5D9C-35D9-2266-DA88-F82FF299D798}"/>
              </a:ext>
            </a:extLst>
          </p:cNvPr>
          <p:cNvSpPr/>
          <p:nvPr/>
        </p:nvSpPr>
        <p:spPr>
          <a:xfrm>
            <a:off x="3311195" y="337061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98277CEB-C628-1112-716D-78C97CA41A0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334055" y="2775965"/>
            <a:ext cx="0" cy="594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B0C22C87-C5D0-02F4-026A-9F003DEF6925}"/>
                  </a:ext>
                </a:extLst>
              </p:cNvPr>
              <p:cNvSpPr txBox="1"/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B0C22C87-C5D0-02F4-026A-9F003DEF6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10" y="3408007"/>
                <a:ext cx="375487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C0763FC-574F-7E1E-47DF-AE114D4163FE}"/>
                  </a:ext>
                </a:extLst>
              </p:cNvPr>
              <p:cNvSpPr txBox="1"/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C0763FC-574F-7E1E-47DF-AE114D41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738" y="1751286"/>
                <a:ext cx="375487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EDA77583-1D3B-C147-7B20-71F8E19348DD}"/>
              </a:ext>
            </a:extLst>
          </p:cNvPr>
          <p:cNvSpPr/>
          <p:nvPr/>
        </p:nvSpPr>
        <p:spPr>
          <a:xfrm>
            <a:off x="3073222" y="2141082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D38881-7047-90EF-CDA9-87F4C2908228}"/>
              </a:ext>
            </a:extLst>
          </p:cNvPr>
          <p:cNvSpPr/>
          <p:nvPr/>
        </p:nvSpPr>
        <p:spPr>
          <a:xfrm>
            <a:off x="4002625" y="2140487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776E1A9-7BD2-F6A3-5096-4972219F9015}"/>
                  </a:ext>
                </a:extLst>
              </p:cNvPr>
              <p:cNvSpPr txBox="1"/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776E1A9-7BD2-F6A3-5096-4972219F9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40" y="1748266"/>
                <a:ext cx="508537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EEF161B3-E253-AB19-A615-8D98B70A0B1F}"/>
                  </a:ext>
                </a:extLst>
              </p:cNvPr>
              <p:cNvSpPr txBox="1"/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EEF161B3-E253-AB19-A615-8D98B70A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195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AB74D2AA-8BDE-FE6C-BB51-647D2EF2D63F}"/>
              </a:ext>
            </a:extLst>
          </p:cNvPr>
          <p:cNvSpPr/>
          <p:nvPr/>
        </p:nvSpPr>
        <p:spPr>
          <a:xfrm>
            <a:off x="2686603" y="2140487"/>
            <a:ext cx="45719" cy="465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0EB8412B-F86D-BEAC-761E-A09483DC81D2}"/>
              </a:ext>
            </a:extLst>
          </p:cNvPr>
          <p:cNvCxnSpPr/>
          <p:nvPr/>
        </p:nvCxnSpPr>
        <p:spPr>
          <a:xfrm flipV="1">
            <a:off x="3606292" y="1276350"/>
            <a:ext cx="0" cy="151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CA591A3-8CBE-27E2-B191-BE13C47C7A44}"/>
              </a:ext>
            </a:extLst>
          </p:cNvPr>
          <p:cNvSpPr/>
          <p:nvPr/>
        </p:nvSpPr>
        <p:spPr>
          <a:xfrm>
            <a:off x="3614871" y="2786127"/>
            <a:ext cx="248593" cy="859523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ACD3E-BF52-0172-5A9F-FB06AF8C5090}"/>
              </a:ext>
            </a:extLst>
          </p:cNvPr>
          <p:cNvSpPr/>
          <p:nvPr/>
        </p:nvSpPr>
        <p:spPr>
          <a:xfrm>
            <a:off x="3073221" y="5098706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6BEDF98-3B81-89F6-07C0-8A639B734549}"/>
                  </a:ext>
                </a:extLst>
              </p:cNvPr>
              <p:cNvSpPr txBox="1"/>
              <p:nvPr/>
            </p:nvSpPr>
            <p:spPr>
              <a:xfrm>
                <a:off x="2610403" y="4983485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6BEDF98-3B81-89F6-07C0-8A639B734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403" y="4983485"/>
                <a:ext cx="508537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83BF1B81-CF47-30A6-9137-893F5D0995DC}"/>
                  </a:ext>
                </a:extLst>
              </p:cNvPr>
              <p:cNvSpPr txBox="1"/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83BF1B81-CF47-30A6-9137-893F5D099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63" y="1748266"/>
                <a:ext cx="508537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1965E50-340E-75C7-ED9C-B7D29F9A6F02}"/>
              </a:ext>
            </a:extLst>
          </p:cNvPr>
          <p:cNvSpPr/>
          <p:nvPr/>
        </p:nvSpPr>
        <p:spPr>
          <a:xfrm>
            <a:off x="2290271" y="2140487"/>
            <a:ext cx="45719" cy="465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C8F57-3F65-21D3-ACEB-5009A337297C}"/>
              </a:ext>
            </a:extLst>
          </p:cNvPr>
          <p:cNvSpPr/>
          <p:nvPr/>
        </p:nvSpPr>
        <p:spPr>
          <a:xfrm>
            <a:off x="1502286" y="3661721"/>
            <a:ext cx="2101481" cy="1918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A228A-32DD-BA8F-2A38-9D6531296A1D}"/>
              </a:ext>
            </a:extLst>
          </p:cNvPr>
          <p:cNvSpPr/>
          <p:nvPr/>
        </p:nvSpPr>
        <p:spPr>
          <a:xfrm>
            <a:off x="3073221" y="1179215"/>
            <a:ext cx="45719" cy="465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AFB56C6-444F-4060-1BB1-4046C9AC24F0}"/>
                  </a:ext>
                </a:extLst>
              </p:cNvPr>
              <p:cNvSpPr txBox="1"/>
              <p:nvPr/>
            </p:nvSpPr>
            <p:spPr>
              <a:xfrm>
                <a:off x="2310151" y="1063994"/>
                <a:ext cx="7225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AFB56C6-444F-4060-1BB1-4046C9AC2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51" y="1063994"/>
                <a:ext cx="722505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61235C8-9BE7-143B-EDD3-955F4733B659}"/>
              </a:ext>
            </a:extLst>
          </p:cNvPr>
          <p:cNvSpPr/>
          <p:nvPr/>
        </p:nvSpPr>
        <p:spPr>
          <a:xfrm>
            <a:off x="2498820" y="5098706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E9E3CF6C-BE5E-8270-B91C-89293F08A20E}"/>
                  </a:ext>
                </a:extLst>
              </p:cNvPr>
              <p:cNvSpPr txBox="1"/>
              <p:nvPr/>
            </p:nvSpPr>
            <p:spPr>
              <a:xfrm>
                <a:off x="1858578" y="4983485"/>
                <a:ext cx="6415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E9E3CF6C-BE5E-8270-B91C-89293F08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578" y="4983485"/>
                <a:ext cx="641586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743C5D9-4ABD-2208-3046-BAB00722EE7F}"/>
              </a:ext>
            </a:extLst>
          </p:cNvPr>
          <p:cNvCxnSpPr>
            <a:cxnSpLocks/>
          </p:cNvCxnSpPr>
          <p:nvPr/>
        </p:nvCxnSpPr>
        <p:spPr>
          <a:xfrm>
            <a:off x="3614871" y="2775965"/>
            <a:ext cx="1567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F89034B-EA9D-7D2E-5B5B-0AEBC7670D8A}"/>
              </a:ext>
            </a:extLst>
          </p:cNvPr>
          <p:cNvSpPr/>
          <p:nvPr/>
        </p:nvSpPr>
        <p:spPr>
          <a:xfrm>
            <a:off x="4517494" y="3364291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6C3E4E-E7B1-874C-D60C-7F9DB3E2FE20}"/>
              </a:ext>
            </a:extLst>
          </p:cNvPr>
          <p:cNvSpPr/>
          <p:nvPr/>
        </p:nvSpPr>
        <p:spPr>
          <a:xfrm>
            <a:off x="4537666" y="2141082"/>
            <a:ext cx="45719" cy="465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353FF43E-64CE-194A-5905-8D64C9860A1D}"/>
                  </a:ext>
                </a:extLst>
              </p:cNvPr>
              <p:cNvSpPr txBox="1"/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353FF43E-64CE-194A-5905-8D64C9860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17" y="1644551"/>
                <a:ext cx="506934" cy="484428"/>
              </a:xfrm>
              <a:prstGeom prst="rect">
                <a:avLst/>
              </a:prstGeom>
              <a:blipFill>
                <a:blip r:embed="rId10"/>
                <a:stretch>
                  <a:fillRect r="-3614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A40DEF69-930D-3A8E-7D7C-1EF3E69E5612}"/>
                  </a:ext>
                </a:extLst>
              </p:cNvPr>
              <p:cNvSpPr txBox="1"/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A40DEF69-930D-3A8E-7D7C-1EF3E69E5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3497137"/>
                <a:ext cx="599908" cy="484428"/>
              </a:xfrm>
              <a:prstGeom prst="rect">
                <a:avLst/>
              </a:prstGeom>
              <a:blipFill>
                <a:blip r:embed="rId11"/>
                <a:stretch>
                  <a:fillRect r="-3030" b="-5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7FD87248-286A-6CE2-B625-7EE8DF507DA5}"/>
              </a:ext>
            </a:extLst>
          </p:cNvPr>
          <p:cNvSpPr/>
          <p:nvPr/>
        </p:nvSpPr>
        <p:spPr>
          <a:xfrm>
            <a:off x="4303118" y="3238500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045352-DA13-89A2-152D-88BD0AABC44D}"/>
              </a:ext>
            </a:extLst>
          </p:cNvPr>
          <p:cNvSpPr/>
          <p:nvPr/>
        </p:nvSpPr>
        <p:spPr>
          <a:xfrm>
            <a:off x="4309746" y="1443578"/>
            <a:ext cx="506934" cy="8435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3640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564</TotalTime>
  <Words>172</Words>
  <Application>Microsoft Office PowerPoint</Application>
  <PresentationFormat>Affichage à l'écran 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KB</dc:creator>
  <cp:lastModifiedBy>Kien Bui</cp:lastModifiedBy>
  <cp:revision>45</cp:revision>
  <dcterms:created xsi:type="dcterms:W3CDTF">2026-02-20T09:51:19Z</dcterms:created>
  <dcterms:modified xsi:type="dcterms:W3CDTF">2026-04-09T09:36:41Z</dcterms:modified>
</cp:coreProperties>
</file>